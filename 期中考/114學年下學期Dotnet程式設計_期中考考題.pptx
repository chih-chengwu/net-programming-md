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1" r:id="rId3"/>
    <p:sldId id="276" r:id="rId4"/>
    <p:sldId id="277" r:id="rId5"/>
    <p:sldId id="281" r:id="rId6"/>
    <p:sldId id="280" r:id="rId7"/>
    <p:sldId id="279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8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63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6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76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93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52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8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450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21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63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00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DA525-4C1A-4B8B-B33C-F8B0B54AD9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4B9F-A1A7-451D-8F54-42863EB6B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85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2122489" y="4495801"/>
            <a:ext cx="7921625" cy="201612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使用環境 </a:t>
            </a:r>
            <a:r>
              <a:rPr lang="en-US" altLang="zh-TW" sz="32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SQL SERVER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solidFill>
                  <a:srgbClr val="0000FF"/>
                </a:solidFill>
              </a:rPr>
              <a:t>SQL Server : </a:t>
            </a:r>
            <a:r>
              <a:rPr lang="en-US" altLang="zh-TW" sz="3200" dirty="0" smtClean="0">
                <a:solidFill>
                  <a:srgbClr val="0000FF"/>
                </a:solidFill>
              </a:rPr>
              <a:t>203.64.37.95</a:t>
            </a:r>
          </a:p>
          <a:p>
            <a:r>
              <a:rPr lang="en-US" altLang="zh-TW" sz="3200" dirty="0" smtClean="0">
                <a:solidFill>
                  <a:srgbClr val="FF0000"/>
                </a:solidFill>
              </a:rPr>
              <a:t>115/04/27</a:t>
            </a:r>
            <a:endParaRPr lang="en-US" altLang="zh-TW" sz="3200" dirty="0">
              <a:solidFill>
                <a:srgbClr val="FF0000"/>
              </a:solidFill>
            </a:endParaRPr>
          </a:p>
        </p:txBody>
      </p:sp>
      <p:sp>
        <p:nvSpPr>
          <p:cNvPr id="3075" name="Rectangle 25"/>
          <p:cNvSpPr txBox="1">
            <a:spLocks noChangeArrowheads="1"/>
          </p:cNvSpPr>
          <p:nvPr/>
        </p:nvSpPr>
        <p:spPr bwMode="auto">
          <a:xfrm>
            <a:off x="576649" y="852489"/>
            <a:ext cx="10981037" cy="30275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6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學年下學期</a:t>
            </a:r>
            <a:r>
              <a:rPr lang="en-US" altLang="zh-TW" sz="6000" b="1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Dotnet</a:t>
            </a:r>
            <a:r>
              <a:rPr lang="zh-TW" altLang="en-US" sz="6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程式設計</a:t>
            </a:r>
            <a:endParaRPr lang="en-US" altLang="zh-TW" sz="6000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6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期中考題</a:t>
            </a:r>
            <a:endParaRPr lang="en-US" altLang="zh-TW" sz="60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CE61A05-D156-46F0-8A07-353635DF125A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923478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524" y="1987336"/>
            <a:ext cx="9144000" cy="2395194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一律使用新的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DB: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DB_MID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07524" y="4779085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一律使用自己專屬的</a:t>
            </a:r>
            <a:r>
              <a:rPr lang="en-US" altLang="zh-TW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Table</a:t>
            </a:r>
            <a:r>
              <a:rPr lang="en-US" altLang="zh-TW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9999</a:t>
            </a:r>
          </a:p>
          <a:p>
            <a:r>
              <a:rPr lang="zh-TW" altLang="en-US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共</a:t>
            </a:r>
            <a:r>
              <a:rPr lang="en-US" altLang="zh-TW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12</a:t>
            </a:r>
            <a:r>
              <a:rPr lang="zh-TW" altLang="en-US" sz="400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題</a:t>
            </a:r>
            <a:endParaRPr lang="en-US" altLang="zh-TW" sz="4000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853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15" y="206676"/>
            <a:ext cx="11343503" cy="1061952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DB_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重新新建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Table		P.1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415" y="1532238"/>
            <a:ext cx="11343503" cy="4992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DB_TEST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Table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Copy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至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DB_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成為自己的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Table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9999 </a:t>
            </a:r>
            <a:r>
              <a:rPr lang="en-US" altLang="zh-TW" sz="2400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sz="2400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sz="2400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r>
              <a:rPr lang="en-US" altLang="zh-TW" dirty="0" err="1" smtClean="0"/>
              <a:t>DB_TEST.dbo.ProductTbl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 err="1" smtClean="0"/>
              <a:t>DB_TEST.dbo.FactoryTbl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 err="1" smtClean="0"/>
              <a:t>DB_TEST.dbo.InputHeadTbl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 err="1" smtClean="0"/>
              <a:t>DB_TEST.dbo.InputDetailTbl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SSMS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 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界面，設定</a:t>
            </a:r>
            <a:r>
              <a:rPr lang="zh-TW" altLang="en-US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主索引 </a:t>
            </a:r>
            <a:r>
              <a:rPr lang="en-US" altLang="zh-TW" sz="2400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sz="2400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sz="2400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702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15" y="206676"/>
            <a:ext cx="11343503" cy="60072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設計出以下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	P.2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415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115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年所有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(select * …)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(5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b="1" dirty="0" smtClean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00100" lvl="1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ANS: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115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年所有的資料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指定如下的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欄位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，順序為（進貨日期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chFactNo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升冪排列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(5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ANS: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73" y="1343897"/>
            <a:ext cx="3200000" cy="16000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73" y="4345041"/>
            <a:ext cx="2752381" cy="1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5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15" y="206676"/>
            <a:ext cx="11343503" cy="60072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設計出以下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	P.3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415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115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年每個月份的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–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應收帳款總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金額　（順序為進貨日期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升冪排列 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ANS:</a:t>
            </a:r>
            <a:endParaRPr lang="zh-TW" altLang="en-US" dirty="0">
              <a:solidFill>
                <a:srgbClr val="0000FF"/>
              </a:solidFill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>
                <a:solidFill>
                  <a:srgbClr val="0000FF"/>
                </a:solidFill>
              </a:rPr>
              <a:t>6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由大到小列出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115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　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各廠商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應收帳款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金額 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>
                <a:solidFill>
                  <a:srgbClr val="0000FF"/>
                </a:solidFill>
              </a:rPr>
              <a:t>ANS:</a:t>
            </a:r>
            <a:endParaRPr lang="zh-TW" altLang="en-US" dirty="0">
              <a:solidFill>
                <a:srgbClr val="0000FF"/>
              </a:solidFill>
            </a:endParaRPr>
          </a:p>
          <a:p>
            <a:endParaRPr lang="en-US" altLang="zh-TW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90" y="1369475"/>
            <a:ext cx="2380952" cy="103809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104" y="3920641"/>
            <a:ext cx="2895238" cy="1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2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15" y="206676"/>
            <a:ext cx="11343503" cy="60072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設計出以下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	P.4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415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6, 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chFaceNo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增加一欄 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廠商名稱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(5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ANS: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955" y="1659749"/>
            <a:ext cx="4752381" cy="1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6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7240" y="209022"/>
            <a:ext cx="11515182" cy="600720"/>
          </a:xfrm>
          <a:noFill/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最多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的物品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-SQL P.5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080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由大到小列出，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年單一物品被進貨（次數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最多的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要能看出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次數的排序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>
                <a:solidFill>
                  <a:srgbClr val="0000FF"/>
                </a:solidFill>
              </a:rPr>
              <a:t>ANS:</a:t>
            </a: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9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由大到小列出，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年單一物品被進貨（單項物品進貨總金額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註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要能看出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單項物品進貨總金額的排序</a:t>
            </a:r>
            <a:r>
              <a:rPr lang="en-US" altLang="zh-TW" sz="2400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2400" dirty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ANS</a:t>
            </a:r>
            <a:r>
              <a:rPr lang="en-US" altLang="zh-TW" dirty="0" smtClean="0">
                <a:solidFill>
                  <a:srgbClr val="0000FF"/>
                </a:solidFill>
              </a:rPr>
              <a:t>: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105" y="4124224"/>
            <a:ext cx="3333333" cy="251428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009" y="1169414"/>
            <a:ext cx="2371429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5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7240" y="209022"/>
            <a:ext cx="11515182" cy="600720"/>
          </a:xfrm>
          <a:noFill/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最多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的物品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 P.6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080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9, 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chProdNo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增加一欄 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物品名稱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ANS:</a:t>
            </a:r>
          </a:p>
          <a:p>
            <a:endParaRPr lang="en-US" altLang="zh-TW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82" y="1419737"/>
            <a:ext cx="5342857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7240" y="209022"/>
            <a:ext cx="11515182" cy="600720"/>
          </a:xfrm>
          <a:noFill/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r"/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.Delete </a:t>
            </a:r>
            <a:r>
              <a:rPr lang="zh-TW" altLang="en-US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指令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			 P.7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080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11.A: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刪除物品基本主檔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chProdNo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=‘P01’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物品 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(5</a:t>
            </a:r>
            <a:r>
              <a:rPr lang="zh-TW" altLang="en-US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ANS:</a:t>
            </a: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>
                <a:solidFill>
                  <a:srgbClr val="0000FF"/>
                </a:solidFill>
              </a:rPr>
              <a:t>11.B: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在第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題的答案中，應該是有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from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，再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left join 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B-1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請將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left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join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改成 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inner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join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指令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B-2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再觀察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select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出來的資料與第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題的有何不同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請說明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left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join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inner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join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有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何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差異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292" y="1290549"/>
            <a:ext cx="6028003" cy="229291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13" y="4588746"/>
            <a:ext cx="4370286" cy="226078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501" y="4588746"/>
            <a:ext cx="4474787" cy="204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4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7240" y="209022"/>
            <a:ext cx="11515182" cy="600720"/>
          </a:xfrm>
          <a:noFill/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r"/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五</a:t>
            </a:r>
            <a:r>
              <a:rPr lang="en-US" altLang="zh-TW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.update </a:t>
            </a:r>
            <a:r>
              <a:rPr lang="zh-TW" altLang="en-US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指令</a:t>
            </a:r>
            <a:r>
              <a:rPr lang="en-US" altLang="zh-TW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		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P.8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080" y="933855"/>
            <a:ext cx="11343503" cy="59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b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11.B ANS</a:t>
            </a:r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將物品基本主檔 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r>
              <a:rPr lang="en-US" altLang="zh-TW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chProdNo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=‘P05’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名稱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改成藍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牙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耳機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、庫存數量改為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單價改成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450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、出貨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單價改成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79 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en-US" altLang="zh-TW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>
              <a:solidFill>
                <a:srgbClr val="0000FF"/>
              </a:solidFill>
            </a:endParaRPr>
          </a:p>
          <a:p>
            <a:r>
              <a:rPr lang="en-US" altLang="zh-TW" dirty="0">
                <a:solidFill>
                  <a:srgbClr val="0000FF"/>
                </a:solidFill>
              </a:rPr>
              <a:t>ANS:</a:t>
            </a:r>
          </a:p>
          <a:p>
            <a:endParaRPr lang="en-US" altLang="zh-TW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52" y="4054833"/>
            <a:ext cx="6079524" cy="2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4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394</Words>
  <Application>Microsoft Office PowerPoint</Application>
  <PresentationFormat>寬螢幕</PresentationFormat>
  <Paragraphs>133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一律使用新的DB: DB_MID</vt:lpstr>
      <vt:lpstr>一.在 DB_MID 重新新建4個Table  P.1</vt:lpstr>
      <vt:lpstr>二.針對InputHeadTbl-設計出以下SQL P.2</vt:lpstr>
      <vt:lpstr>二.針對InputHeadTbl-設計出以下SQL P.3</vt:lpstr>
      <vt:lpstr>二.針對InputHeadTbl-設計出以下SQL P.4</vt:lpstr>
      <vt:lpstr>三.針對InputDetailTbl-進貨最多的物品-SQL P.5</vt:lpstr>
      <vt:lpstr>三.針對InputDetailTbl-進貨最多的物品-SQL P.6</vt:lpstr>
      <vt:lpstr>四.Delete 指令      P.7</vt:lpstr>
      <vt:lpstr>五.update 指令      P.8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hp</cp:lastModifiedBy>
  <cp:revision>84</cp:revision>
  <dcterms:created xsi:type="dcterms:W3CDTF">2026-04-11T16:24:25Z</dcterms:created>
  <dcterms:modified xsi:type="dcterms:W3CDTF">2026-04-26T17:51:16Z</dcterms:modified>
</cp:coreProperties>
</file>