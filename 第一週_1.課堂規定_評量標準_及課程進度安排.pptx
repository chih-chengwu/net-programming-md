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1" r:id="rId3"/>
    <p:sldId id="270" r:id="rId4"/>
    <p:sldId id="272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3" d="100"/>
          <a:sy n="93" d="100"/>
        </p:scale>
        <p:origin x="25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14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8676C-D457-4A0B-9C91-83939419494E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045429-42BB-4635-80E2-ABE2C984EC7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7196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042F59D-1976-4030-A7B5-0D54ABB5D05B}" type="slidenum">
              <a:rPr lang="en-US" altLang="zh-TW"/>
              <a:pPr/>
              <a:t>3</a:t>
            </a:fld>
            <a:endParaRPr lang="en-US" altLang="zh-TW"/>
          </a:p>
        </p:txBody>
      </p:sp>
      <p:sp>
        <p:nvSpPr>
          <p:cNvPr id="1586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86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60725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4533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2682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010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5937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1325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1039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988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3006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9514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0277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0071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601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規定</a:t>
            </a:r>
            <a:r>
              <a:rPr lang="zh-TW" altLang="en-US" dirty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評量標準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及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課程進度安排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760794"/>
          </a:xfrm>
        </p:spPr>
        <p:txBody>
          <a:bodyPr>
            <a:normAutofit/>
          </a:bodyPr>
          <a:lstStyle/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114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學年下學期</a:t>
            </a:r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-.</a:t>
            </a:r>
            <a:r>
              <a:rPr lang="en-US" altLang="zh-TW" sz="28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NET</a:t>
            </a:r>
            <a:r>
              <a:rPr lang="zh-TW" altLang="en-US" sz="28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程式設計 </a:t>
            </a:r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en-US" altLang="zh-TW" sz="28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NET Programming</a:t>
            </a:r>
            <a:r>
              <a:rPr lang="zh-TW" altLang="en-US" sz="28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endParaRPr lang="en-US" altLang="zh-TW" sz="2800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任課老師</a:t>
            </a:r>
            <a:r>
              <a:rPr lang="en-US" altLang="zh-TW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吳志成</a:t>
            </a:r>
            <a:endParaRPr lang="zh-TW" altLang="en-US" sz="28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86578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0368"/>
            <a:ext cx="10515600" cy="1183589"/>
          </a:xfrm>
        </p:spPr>
        <p:txBody>
          <a:bodyPr>
            <a:normAutofit/>
          </a:bodyPr>
          <a:lstStyle/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課堂規定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19922" y="2021999"/>
            <a:ext cx="10157678" cy="4498874"/>
          </a:xfrm>
        </p:spPr>
        <p:txBody>
          <a:bodyPr>
            <a:no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後進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教室算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遲到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上課禁用手機，請專心上課</a:t>
            </a:r>
            <a:endParaRPr lang="en-US" altLang="zh-TW" sz="3200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想睡覺的，建議洗臉</a:t>
            </a:r>
            <a:r>
              <a:rPr lang="zh-TW" altLang="en-US" sz="3200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站立上課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或</a:t>
            </a:r>
            <a:r>
              <a:rPr lang="en-US" altLang="zh-TW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en-US" altLang="zh-TW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Free</a:t>
            </a: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上課吵鬧，影響到老師同學，予以糾正</a:t>
            </a:r>
            <a:endParaRPr lang="en-US" altLang="zh-TW" sz="32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1/3 (</a:t>
            </a:r>
            <a:r>
              <a:rPr lang="zh-TW" altLang="en-US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含</a:t>
            </a:r>
            <a:r>
              <a:rPr lang="en-US" altLang="zh-TW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以上未出席課程無法給予學分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，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次遲到算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次未到課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為加強同學上課專注度，請同學回答問題</a:t>
            </a:r>
            <a:r>
              <a:rPr lang="en-US" altLang="zh-TW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課堂表現</a:t>
            </a:r>
            <a:r>
              <a:rPr lang="en-US" altLang="zh-TW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sz="32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7340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/>
          <p:cNvSpPr txBox="1">
            <a:spLocks/>
          </p:cNvSpPr>
          <p:nvPr/>
        </p:nvSpPr>
        <p:spPr>
          <a:xfrm>
            <a:off x="838200" y="387178"/>
            <a:ext cx="10515600" cy="996779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評量標準</a:t>
            </a:r>
            <a:endParaRPr lang="zh-TW" altLang="en-US" dirty="0"/>
          </a:p>
        </p:txBody>
      </p:sp>
      <p:grpSp>
        <p:nvGrpSpPr>
          <p:cNvPr id="10" name="群組 9"/>
          <p:cNvGrpSpPr/>
          <p:nvPr/>
        </p:nvGrpSpPr>
        <p:grpSpPr>
          <a:xfrm>
            <a:off x="3590745" y="1673523"/>
            <a:ext cx="5010510" cy="4830793"/>
            <a:chOff x="1708030" y="189781"/>
            <a:chExt cx="6271404" cy="6305910"/>
          </a:xfrm>
        </p:grpSpPr>
        <p:sp>
          <p:nvSpPr>
            <p:cNvPr id="11" name="流程圖: 或 10"/>
            <p:cNvSpPr/>
            <p:nvPr/>
          </p:nvSpPr>
          <p:spPr>
            <a:xfrm>
              <a:off x="1708030" y="189781"/>
              <a:ext cx="6271404" cy="6305910"/>
            </a:xfrm>
            <a:prstGeom prst="flowChartOr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12" name="流程圖: 結束點 11"/>
            <p:cNvSpPr/>
            <p:nvPr/>
          </p:nvSpPr>
          <p:spPr>
            <a:xfrm>
              <a:off x="2112751" y="181586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課堂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表現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+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出席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0000FF"/>
                </a:solidFill>
              </a:endParaRPr>
            </a:p>
          </p:txBody>
        </p:sp>
        <p:sp>
          <p:nvSpPr>
            <p:cNvPr id="13" name="流程圖: 結束點 12"/>
            <p:cNvSpPr/>
            <p:nvPr/>
          </p:nvSpPr>
          <p:spPr>
            <a:xfrm>
              <a:off x="5056515" y="1815860"/>
              <a:ext cx="2633022" cy="966157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作業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1+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作業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0000FF"/>
                </a:solidFill>
              </a:endParaRPr>
            </a:p>
          </p:txBody>
        </p:sp>
        <p:sp>
          <p:nvSpPr>
            <p:cNvPr id="14" name="流程圖: 結束點 13"/>
            <p:cNvSpPr/>
            <p:nvPr/>
          </p:nvSpPr>
          <p:spPr>
            <a:xfrm>
              <a:off x="5056515" y="407598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期末考</a:t>
              </a:r>
              <a:endParaRPr lang="en-US" altLang="zh-TW" sz="24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15" name="流程圖: 結束點 14"/>
            <p:cNvSpPr/>
            <p:nvPr/>
          </p:nvSpPr>
          <p:spPr>
            <a:xfrm>
              <a:off x="2112752" y="407598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期中考</a:t>
              </a:r>
              <a:endParaRPr lang="zh-TW" altLang="en-US" sz="2400" dirty="0">
                <a:solidFill>
                  <a:srgbClr val="FF0000"/>
                </a:solidFill>
              </a:endParaRPr>
            </a:p>
            <a:p>
              <a:pPr algn="ctr"/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2472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09753"/>
            <a:ext cx="10515600" cy="1216540"/>
          </a:xfrm>
        </p:spPr>
        <p:txBody>
          <a:bodyPr/>
          <a:lstStyle/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課程進度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安排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55822" y="1326292"/>
            <a:ext cx="10515600" cy="5272215"/>
          </a:xfrm>
        </p:spPr>
        <p:txBody>
          <a:bodyPr>
            <a:normAutofit/>
          </a:bodyPr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1~2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Visual Studio 2022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環境安裝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&amp; Hello World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程式 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3~4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Project-1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加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減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乘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除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程式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練習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28600" lvl="1">
              <a:spcBef>
                <a:spcPts val="1000"/>
              </a:spcBef>
            </a:pPr>
            <a:r>
              <a:rPr lang="zh-TW" altLang="en-US" sz="28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sz="28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28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： </a:t>
            </a:r>
            <a:r>
              <a:rPr lang="en-US" altLang="zh-TW" sz="28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SSMS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 (</a:t>
            </a:r>
            <a:r>
              <a:rPr lang="en-US" altLang="zh-TW" sz="2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 Server Management Studio)</a:t>
            </a:r>
            <a:r>
              <a:rPr lang="zh-TW" altLang="en-US" sz="28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環境安裝</a:t>
            </a:r>
            <a:r>
              <a:rPr lang="en-US" altLang="zh-TW" sz="28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(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en-US" altLang="zh-TW" sz="28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6~8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MS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statement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(3)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9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Midterm Exam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(SQL statement)</a:t>
            </a: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10~13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Project-2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單一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Table/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五大功能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程式練習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(1/4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14~18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Project-3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進銷存系統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程式練習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(1/4)</a:t>
            </a: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18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Final 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Project Presentation</a:t>
            </a:r>
          </a:p>
        </p:txBody>
      </p:sp>
    </p:spTree>
    <p:extLst>
      <p:ext uri="{BB962C8B-B14F-4D97-AF65-F5344CB8AC3E}">
        <p14:creationId xmlns:p14="http://schemas.microsoft.com/office/powerpoint/2010/main" val="3325948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4512</TotalTime>
  <Words>226</Words>
  <Application>Microsoft Office PowerPoint</Application>
  <PresentationFormat>寬螢幕</PresentationFormat>
  <Paragraphs>33</Paragraphs>
  <Slides>4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11" baseType="lpstr">
      <vt:lpstr>新細明體</vt:lpstr>
      <vt:lpstr>新細明體</vt:lpstr>
      <vt:lpstr>標楷體</vt:lpstr>
      <vt:lpstr>Arial</vt:lpstr>
      <vt:lpstr>Calibri</vt:lpstr>
      <vt:lpstr>Calibri Light</vt:lpstr>
      <vt:lpstr>Office 佈景主題</vt:lpstr>
      <vt:lpstr>課堂規定、評量標準 及課程進度安排</vt:lpstr>
      <vt:lpstr>1.課堂規定</vt:lpstr>
      <vt:lpstr>PowerPoint 簡報</vt:lpstr>
      <vt:lpstr>3.課程進度安排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課堂規定</dc:title>
  <dc:creator>USER</dc:creator>
  <cp:lastModifiedBy>hp</cp:lastModifiedBy>
  <cp:revision>122</cp:revision>
  <dcterms:created xsi:type="dcterms:W3CDTF">2023-02-10T08:39:17Z</dcterms:created>
  <dcterms:modified xsi:type="dcterms:W3CDTF">2026-02-22T09:25:00Z</dcterms:modified>
</cp:coreProperties>
</file>