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70" r:id="rId4"/>
    <p:sldId id="272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規定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課程進度安排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760794"/>
          </a:xfrm>
        </p:spPr>
        <p:txBody>
          <a:bodyPr>
            <a:normAutofit/>
          </a:bodyPr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學年下學期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-.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NET</a:t>
            </a:r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程式設計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NET Programming</a:t>
            </a:r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28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387178"/>
            <a:ext cx="10515600" cy="99677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9753"/>
            <a:ext cx="10515600" cy="1216540"/>
          </a:xfrm>
        </p:spPr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課程進度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822" y="1326292"/>
            <a:ext cx="10515600" cy="5272215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1~2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Visual Studio 2022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環境安裝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&amp; Hello World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程式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3~4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Project-1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乘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除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程式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練習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28600" lvl="1">
              <a:spcBef>
                <a:spcPts val="1000"/>
              </a:spcBef>
            </a:pP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： 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SSMS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lang="en-US" altLang="zh-TW" sz="28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 Server Management Studio)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環境安裝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6~8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statement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(3)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Midterm Exam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(SQL statement)</a:t>
            </a: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10~13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Project-2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Table/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五大功能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程式練習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(1/4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14~18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Project-3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進銷存系統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程式練習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(1/4)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18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Final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2594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4512</TotalTime>
  <Words>224</Words>
  <Application>Microsoft Office PowerPoint</Application>
  <PresentationFormat>寬螢幕</PresentationFormat>
  <Paragraphs>33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課堂規定、評量標準 及課程進度安排</vt:lpstr>
      <vt:lpstr>1.課堂規定</vt:lpstr>
      <vt:lpstr>PowerPoint 簡報</vt:lpstr>
      <vt:lpstr>3.課程進度安排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121</cp:revision>
  <dcterms:created xsi:type="dcterms:W3CDTF">2023-02-10T08:39:17Z</dcterms:created>
  <dcterms:modified xsi:type="dcterms:W3CDTF">2026-02-22T09:08:59Z</dcterms:modified>
</cp:coreProperties>
</file>