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86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05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3075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345490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33140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96626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343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1282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5491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7731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064140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396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1CE410-62FA-43F4-B678-62E960EC4E37}" type="datetimeFigureOut">
              <a:rPr lang="zh-TW" altLang="en-US" smtClean="0"/>
              <a:t>2026/4/11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599E4-2AD6-42E8-9D97-DC765E653C3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4577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78502"/>
          </a:xfrm>
        </p:spPr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專案四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進銷存管理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4176584"/>
            <a:ext cx="9144000" cy="1081216"/>
          </a:xfrm>
        </p:spPr>
        <p:txBody>
          <a:bodyPr>
            <a:normAutofit/>
          </a:bodyPr>
          <a:lstStyle/>
          <a:p>
            <a:r>
              <a:rPr lang="zh-TW" altLang="en-US" sz="4000" dirty="0">
                <a:latin typeface="標楷體" panose="03000509000000000000" pitchFamily="65" charset="-120"/>
                <a:ea typeface="標楷體" panose="03000509000000000000" pitchFamily="65" charset="-120"/>
              </a:rPr>
              <a:t>所</a:t>
            </a:r>
            <a:r>
              <a:rPr lang="zh-TW" altLang="en-US" sz="4000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使用的資料庫介紹</a:t>
            </a:r>
            <a:endParaRPr lang="zh-TW" altLang="en-US" sz="4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233148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基本檔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4700145"/>
              </p:ext>
            </p:extLst>
          </p:nvPr>
        </p:nvGraphicFramePr>
        <p:xfrm>
          <a:off x="2032806" y="1411410"/>
          <a:ext cx="7626760" cy="30988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5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617302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14598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236761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2884249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物品名稱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128G USB 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chUnit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char(4)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物品單位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支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個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rlStockQty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庫存數量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目前庫房現貨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: 50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008989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買進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單價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($), eg.260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9519324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rlSellPrice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出貨單價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賣出單價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($), eg.380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7624419"/>
                  </a:ext>
                </a:extLst>
              </a:tr>
              <a:tr h="498015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chCreatDateTime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char(11)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建檔日期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1890363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2035782" y="1045724"/>
            <a:ext cx="7623784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物品主檔  </a:t>
            </a:r>
            <a:r>
              <a:rPr lang="en-US" altLang="zh-TW" dirty="0" err="1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ProductTbl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035782" y="4984888"/>
            <a:ext cx="7623784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廠商主檔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FactoryTbl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5155774"/>
              </p:ext>
            </p:extLst>
          </p:nvPr>
        </p:nvGraphicFramePr>
        <p:xfrm>
          <a:off x="2032806" y="5350574"/>
          <a:ext cx="7626760" cy="11146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385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617302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14598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236761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2884249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endParaRPr lang="zh-TW" altLang="en-US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chFactName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char(100)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廠商名稱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全國電子黃昏市場店 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8426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檔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307474"/>
              </p:ext>
            </p:extLst>
          </p:nvPr>
        </p:nvGraphicFramePr>
        <p:xfrm>
          <a:off x="1553044" y="1411410"/>
          <a:ext cx="9085911" cy="169374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4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3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63529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82806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283952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chInpDateTime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,eg.1150430235930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  <a:p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rlInpTotAmt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此進貨單總金額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60,000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53043" y="1045724"/>
            <a:ext cx="9085911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進貨主檔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3043" y="3934300"/>
            <a:ext cx="9085910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明細檔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8335"/>
              </p:ext>
            </p:extLst>
          </p:nvPr>
        </p:nvGraphicFramePr>
        <p:xfrm>
          <a:off x="1553044" y="4299986"/>
          <a:ext cx="9085909" cy="259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39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4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407314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76238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305845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145554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chInpDateTime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,eg.1150430235930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47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進貨數量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06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進貨單價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260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4361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rlInpAmt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此單項的金額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2,600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2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98934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8200" y="159180"/>
            <a:ext cx="10515600" cy="774676"/>
          </a:xfrm>
        </p:spPr>
        <p:txBody>
          <a:bodyPr/>
          <a:lstStyle/>
          <a:p>
            <a:pPr algn="ctr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交易檔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出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貨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635076"/>
              </p:ext>
            </p:extLst>
          </p:nvPr>
        </p:nvGraphicFramePr>
        <p:xfrm>
          <a:off x="1553044" y="1411410"/>
          <a:ext cx="9085911" cy="1486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40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3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363529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82806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283952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,eg.1150508123044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TotAmt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貨單總金額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60,000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元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8330276"/>
                  </a:ext>
                </a:extLst>
              </a:tr>
            </a:tbl>
          </a:graphicData>
        </a:graphic>
      </p:graphicFrame>
      <p:sp>
        <p:nvSpPr>
          <p:cNvPr id="8" name="矩形 7"/>
          <p:cNvSpPr/>
          <p:nvPr/>
        </p:nvSpPr>
        <p:spPr>
          <a:xfrm>
            <a:off x="1553043" y="1045724"/>
            <a:ext cx="9085911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進貨主檔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InputHeadTbl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553043" y="3934300"/>
            <a:ext cx="9085910" cy="365686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進貨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明細檔</a:t>
            </a:r>
            <a:r>
              <a:rPr lang="zh-TW" altLang="en-US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dirty="0" err="1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InputDetailTbl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009722"/>
              </p:ext>
            </p:extLst>
          </p:nvPr>
        </p:nvGraphicFramePr>
        <p:xfrm>
          <a:off x="1553044" y="4299986"/>
          <a:ext cx="9085909" cy="25950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639">
                  <a:extLst>
                    <a:ext uri="{9D8B030D-6E8A-4147-A177-3AD203B41FA5}">
                      <a16:colId xmlns:a16="http://schemas.microsoft.com/office/drawing/2014/main" val="479732917"/>
                    </a:ext>
                  </a:extLst>
                </a:gridCol>
                <a:gridCol w="1926724">
                  <a:extLst>
                    <a:ext uri="{9D8B030D-6E8A-4147-A177-3AD203B41FA5}">
                      <a16:colId xmlns:a16="http://schemas.microsoft.com/office/drawing/2014/main" val="371581703"/>
                    </a:ext>
                  </a:extLst>
                </a:gridCol>
                <a:gridCol w="1407314">
                  <a:extLst>
                    <a:ext uri="{9D8B030D-6E8A-4147-A177-3AD203B41FA5}">
                      <a16:colId xmlns:a16="http://schemas.microsoft.com/office/drawing/2014/main" val="486307679"/>
                    </a:ext>
                  </a:extLst>
                </a:gridCol>
                <a:gridCol w="1762387">
                  <a:extLst>
                    <a:ext uri="{9D8B030D-6E8A-4147-A177-3AD203B41FA5}">
                      <a16:colId xmlns:a16="http://schemas.microsoft.com/office/drawing/2014/main" val="4013744716"/>
                    </a:ext>
                  </a:extLst>
                </a:gridCol>
                <a:gridCol w="3305845">
                  <a:extLst>
                    <a:ext uri="{9D8B030D-6E8A-4147-A177-3AD203B41FA5}">
                      <a16:colId xmlns:a16="http://schemas.microsoft.com/office/drawing/2014/main" val="1787003182"/>
                    </a:ext>
                  </a:extLst>
                </a:gridCol>
              </a:tblGrid>
              <a:tr h="145554">
                <a:tc>
                  <a:txBody>
                    <a:bodyPr/>
                    <a:lstStyle/>
                    <a:p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英文名稱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型態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長度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中文名稱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說明</a:t>
                      </a:r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/</a:t>
                      </a:r>
                      <a:r>
                        <a:rPr lang="zh-TW" altLang="en-US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範例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7253122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DateTime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char(13)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貨時間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YYYMMDDhhmmss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,eg.1150508123044</a:t>
                      </a:r>
                      <a:endParaRPr lang="zh-TW" altLang="en-US" sz="1600" dirty="0" smtClean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1791647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chFactNo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char(10)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廠商代號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F01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7478350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PK</a:t>
                      </a:r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chProdNo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char(7)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物品代碼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P01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447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Qty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貨數量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10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9106183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Price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出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貨單價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380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714361"/>
                  </a:ext>
                </a:extLst>
              </a:tr>
              <a:tr h="371541">
                <a:tc>
                  <a:txBody>
                    <a:bodyPr/>
                    <a:lstStyle/>
                    <a:p>
                      <a:pPr algn="ctr"/>
                      <a:endParaRPr lang="zh-TW" altLang="en-US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rl</a:t>
                      </a:r>
                      <a:r>
                        <a:rPr lang="en-US" sz="1600" b="0" i="0" u="none" strike="noStrike" dirty="0" err="1" smtClean="0">
                          <a:solidFill>
                            <a:srgbClr val="0000FF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Outp</a:t>
                      </a:r>
                      <a:r>
                        <a:rPr lang="en-US" sz="16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Amt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real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r>
                        <a:rPr lang="zh-TW" altLang="en-US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此單項的金額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1600" dirty="0" err="1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eg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.</a:t>
                      </a:r>
                      <a:r>
                        <a:rPr lang="en-US" altLang="zh-TW" sz="1600" baseline="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 </a:t>
                      </a:r>
                      <a:r>
                        <a:rPr lang="en-US" altLang="zh-TW" sz="1600" dirty="0" smtClean="0">
                          <a:latin typeface="標楷體" panose="03000509000000000000" pitchFamily="65" charset="-120"/>
                          <a:ea typeface="標楷體" panose="03000509000000000000" pitchFamily="65" charset="-120"/>
                        </a:rPr>
                        <a:t>3,800 ($)</a:t>
                      </a:r>
                      <a:endParaRPr lang="zh-TW" altLang="en-US" sz="1600" dirty="0">
                        <a:latin typeface="標楷體" panose="03000509000000000000" pitchFamily="65" charset="-12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46211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054174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329</Words>
  <Application>Microsoft Office PowerPoint</Application>
  <PresentationFormat>寬螢幕</PresentationFormat>
  <Paragraphs>155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新細明體</vt:lpstr>
      <vt:lpstr>標楷體</vt:lpstr>
      <vt:lpstr>Arial</vt:lpstr>
      <vt:lpstr>Calibri</vt:lpstr>
      <vt:lpstr>Calibri Light</vt:lpstr>
      <vt:lpstr>Office 佈景主題</vt:lpstr>
      <vt:lpstr>專案四: 進銷存管理</vt:lpstr>
      <vt:lpstr>基本檔</vt:lpstr>
      <vt:lpstr>交易檔 (進貨)</vt:lpstr>
      <vt:lpstr>交易檔 (出貨)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專案四: 進銷存管理</dc:title>
  <dc:creator>hp</dc:creator>
  <cp:lastModifiedBy>hp</cp:lastModifiedBy>
  <cp:revision>11</cp:revision>
  <dcterms:created xsi:type="dcterms:W3CDTF">2026-04-11T03:29:56Z</dcterms:created>
  <dcterms:modified xsi:type="dcterms:W3CDTF">2026-04-11T05:06:00Z</dcterms:modified>
</cp:coreProperties>
</file>