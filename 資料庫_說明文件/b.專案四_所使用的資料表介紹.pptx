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5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307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54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3140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626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43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282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549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731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641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39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4577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78502"/>
          </a:xfrm>
        </p:spPr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專案四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進銷存管理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4176584"/>
            <a:ext cx="9144000" cy="1081216"/>
          </a:xfrm>
        </p:spPr>
        <p:txBody>
          <a:bodyPr>
            <a:normAutofit/>
          </a:bodyPr>
          <a:lstStyle/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所</a:t>
            </a:r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使用的</a:t>
            </a:r>
            <a:r>
              <a:rPr lang="zh-TW" altLang="en-US" sz="4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資料表</a:t>
            </a:r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介紹</a:t>
            </a:r>
            <a:endParaRPr lang="zh-TW" altLang="en-US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314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59180"/>
            <a:ext cx="10515600" cy="774676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基本檔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129736"/>
              </p:ext>
            </p:extLst>
          </p:nvPr>
        </p:nvGraphicFramePr>
        <p:xfrm>
          <a:off x="2032806" y="1411410"/>
          <a:ext cx="7626760" cy="309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850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617302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314598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236761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2884249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371541">
                <a:tc>
                  <a:txBody>
                    <a:bodyPr/>
                    <a:lstStyle/>
                    <a:p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chProdNo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char(7)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物品代碼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chProdName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物品名稱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128G USB 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chUnit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char(4)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物品單位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支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個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330276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rlStockQty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庫存數量</a:t>
                      </a:r>
                      <a:endParaRPr lang="zh-TW" altLang="en-US" sz="16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目前庫房現貨</a:t>
                      </a: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50</a:t>
                      </a:r>
                      <a:endParaRPr lang="zh-TW" altLang="en-US" sz="1600" dirty="0">
                        <a:solidFill>
                          <a:srgbClr val="FF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08989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rlInpPrice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進貨單價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買進單價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($), eg.260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519324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rlSellPrice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出貨單價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賣出單價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($), eg.380</a:t>
                      </a:r>
                      <a:endParaRPr lang="zh-TW" altLang="en-US" sz="16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624419"/>
                  </a:ext>
                </a:extLst>
              </a:tr>
              <a:tr h="498015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chCreatDateTime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char(11)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建檔日期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YYYMMDDhhmm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,eg.11504302359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89036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035782" y="1045724"/>
            <a:ext cx="7623784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物品主檔  </a:t>
            </a:r>
            <a:r>
              <a:rPr lang="en-US" altLang="zh-TW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ProductTbl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35782" y="4984888"/>
            <a:ext cx="7623784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廠商主檔  </a:t>
            </a:r>
            <a:r>
              <a:rPr lang="en-US" altLang="zh-TW" dirty="0" err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FactoryTbl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155774"/>
              </p:ext>
            </p:extLst>
          </p:nvPr>
        </p:nvGraphicFramePr>
        <p:xfrm>
          <a:off x="2032806" y="5350574"/>
          <a:ext cx="7626760" cy="1114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850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617302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314598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236761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2884249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371541">
                <a:tc>
                  <a:txBody>
                    <a:bodyPr/>
                    <a:lstStyle/>
                    <a:p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廠商代號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chFactName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廠商名稱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全國電子黃昏市場店 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42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59180"/>
            <a:ext cx="10515600" cy="774676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交易檔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進貨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601178"/>
              </p:ext>
            </p:extLst>
          </p:nvPr>
        </p:nvGraphicFramePr>
        <p:xfrm>
          <a:off x="1553044" y="1411410"/>
          <a:ext cx="9085911" cy="1486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640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926723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363529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828067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3283952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chInpDateTime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char(13)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進貨時間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YYYMMDDhhmmss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,eg.1150430235930</a:t>
                      </a:r>
                      <a:endParaRPr lang="zh-TW" altLang="en-US" sz="16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廠商代號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rlInpTotAmt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此進貨單總金額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60,000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元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33027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53043" y="1045724"/>
            <a:ext cx="9085911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進貨主檔  </a:t>
            </a:r>
            <a:r>
              <a:rPr lang="en-US" altLang="zh-TW" dirty="0" err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53043" y="3530638"/>
            <a:ext cx="9085910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進貨明細檔  </a:t>
            </a:r>
            <a:r>
              <a:rPr lang="en-US" altLang="zh-TW" dirty="0" err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InputDetailTbl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931881"/>
              </p:ext>
            </p:extLst>
          </p:nvPr>
        </p:nvGraphicFramePr>
        <p:xfrm>
          <a:off x="1553044" y="3896324"/>
          <a:ext cx="9085909" cy="2595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639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926724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407314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762387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3305845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145554">
                <a:tc>
                  <a:txBody>
                    <a:bodyPr/>
                    <a:lstStyle/>
                    <a:p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chInpDateTime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char(13)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進貨時間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YYYMMDDhhmmss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,eg.1150430235930</a:t>
                      </a:r>
                      <a:endParaRPr lang="zh-TW" altLang="en-US" sz="16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廠商代號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chProdNo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char(7)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物品代碼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47183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rlInpQty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進貨數量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106183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rlInpPrice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進貨單價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eg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.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260 ($)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4361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rlInpAmt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此單項的金額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eg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.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2,600 ($)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621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89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59180"/>
            <a:ext cx="10515600" cy="774676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交易檔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出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貨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635076"/>
              </p:ext>
            </p:extLst>
          </p:nvPr>
        </p:nvGraphicFramePr>
        <p:xfrm>
          <a:off x="1553044" y="1411410"/>
          <a:ext cx="9085911" cy="1486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640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926723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363529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828067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3283952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DateTime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char(13)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貨時間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YYYMMDDhhmmss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,eg.1150508123044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廠商代號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TotAmt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此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貨單總金額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60,000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元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33027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53043" y="1045724"/>
            <a:ext cx="9085911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出</a:t>
            </a:r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貨主</a:t>
            </a:r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檔  </a:t>
            </a:r>
            <a:r>
              <a:rPr lang="en-US" altLang="zh-TW" dirty="0" err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53043" y="3538881"/>
            <a:ext cx="9085910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出</a:t>
            </a:r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貨</a:t>
            </a:r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明細檔  </a:t>
            </a:r>
            <a:r>
              <a:rPr lang="en-US" altLang="zh-TW" dirty="0" err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InputDetailTbl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665364"/>
              </p:ext>
            </p:extLst>
          </p:nvPr>
        </p:nvGraphicFramePr>
        <p:xfrm>
          <a:off x="1553044" y="3904567"/>
          <a:ext cx="9085909" cy="2595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639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926724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407314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762387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3305845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145554">
                <a:tc>
                  <a:txBody>
                    <a:bodyPr/>
                    <a:lstStyle/>
                    <a:p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DateTime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char(13)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貨時間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YYYMMDDhhmmss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,eg.1150508123044</a:t>
                      </a:r>
                      <a:endParaRPr lang="zh-TW" altLang="en-US" sz="16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廠商代號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chProdNo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char(7)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物品代碼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47183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貨數量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106183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貨單價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eg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.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380 ($)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4361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Amt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此單項的金額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eg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.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3,800 ($)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621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41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330</Words>
  <Application>Microsoft Office PowerPoint</Application>
  <PresentationFormat>寬螢幕</PresentationFormat>
  <Paragraphs>155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新細明體</vt:lpstr>
      <vt:lpstr>標楷體</vt:lpstr>
      <vt:lpstr>Arial</vt:lpstr>
      <vt:lpstr>Calibri</vt:lpstr>
      <vt:lpstr>Calibri Light</vt:lpstr>
      <vt:lpstr>Office 佈景主題</vt:lpstr>
      <vt:lpstr>專案四: 進銷存管理</vt:lpstr>
      <vt:lpstr>基本檔</vt:lpstr>
      <vt:lpstr>交易檔 (進貨)</vt:lpstr>
      <vt:lpstr>交易檔 (出貨)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專案四: 進銷存管理</dc:title>
  <dc:creator>hp</dc:creator>
  <cp:lastModifiedBy>hp</cp:lastModifiedBy>
  <cp:revision>12</cp:revision>
  <dcterms:created xsi:type="dcterms:W3CDTF">2026-04-11T03:29:56Z</dcterms:created>
  <dcterms:modified xsi:type="dcterms:W3CDTF">2026-04-11T15:05:53Z</dcterms:modified>
</cp:coreProperties>
</file>